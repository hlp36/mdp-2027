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6" Type="http://schemas.openxmlformats.org/officeDocument/2006/relationships/slide" Target="slides/slide3.xml"/><Relationship Id="rId18" Type="http://schemas.openxmlformats.org/officeDocument/2006/relationships/slide" Target="slides/slide15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9A56-3BF7-2151-FAED-E5FD501D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F424B-020F-7E9F-3D1D-81568C7BC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1143-7ADC-5C0A-D838-960EC0A4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B849-AA59-F3E9-74E6-84291DE4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427B8-29DD-44C6-B3FB-91652A46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3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E1EB-DF8E-EB4A-A552-55CE3F9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FC20-8916-FEEC-0385-66E13ABA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88210-4BA4-854B-DA5F-CD6268A2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FBB8A-4CDC-B4F2-1364-4A79E056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158D7-B72A-FC09-CFA3-45935D41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8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9398-CB31-3F9B-8FC4-6F971E62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74E3F-5790-DF92-94F6-7F7D30C9A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21E0E-C264-04CE-C2B6-3A82F98C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4F26E-3318-4266-25D4-A8D120DE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187D-532C-D275-0F92-46135544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2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DAE4-449C-7BC0-0D02-56F7A362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6382-8607-EBB6-E1B5-1A01D5E7C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B3C56-3BE0-93AB-D377-298D42AAA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E13A6-D32D-B55B-92A8-A9426F4A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1FB66-9F77-FD1A-FF02-8A997C40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E563F-BB5B-B40D-063A-7F6FB191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0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DB3B-5693-540A-5247-5A9EE4CC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3819E-3A55-E6FC-4D91-3E3404A00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E74E3-6F26-9D62-31EA-AF4CE4175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C79DC-ACF3-39DC-EA5B-A9B1A59E8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FA4E9-F151-6424-12F5-85A958722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BB743-5E6C-1B10-7461-A00C0C88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413AA-8AC0-CD9C-C575-50FF6BD1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594B8-6BE2-28CE-4A0C-6FDBAA8C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8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9204-AEC7-57B8-6FE2-0A2E0A93D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4D936-792C-9364-0863-E9AB94D1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1BD32-54D7-A3BA-F622-B827E6F7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032D4-90CA-912F-E7BF-08464CC2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4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AD552-9032-5BC4-727C-6AB0A3A1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ECE74-1914-2048-231B-F505FF2F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D627F-395C-67EE-2494-F69CA133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48C0-0533-BF1D-07BB-F204BA2E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26B4-F4F1-23AC-C81D-832B24578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42721-334E-CA18-A80F-AABB1F8AE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A9FB-158D-551F-D8D9-63507064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1280-1B72-10A0-8785-A53A404B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3722F-BADF-6D18-797C-7630C255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8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6CB9-0E3D-4C60-49E0-5CF6C260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2B15B-ABA7-ADAF-FC43-C79648A5C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3D0AF-556E-ECD5-D763-5F9E31059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472A3-9D1C-2A55-ADE7-FEF059F0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9F039-F663-F82B-F9E6-94780EDB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1204F-4831-9B7F-E672-08FCB62F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2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7181-2BBC-4287-0DEC-E9C83E39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EC01C-EE76-CBC4-4E66-27EAF8F5F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24F86-99CF-76EA-99D8-9232BDE17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A25D8-FBB1-6F31-C906-D14638F2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006B2-A2F8-DE39-2CAE-B8BC5E59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2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08FA1-826E-259B-FA1F-85F1A839B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29340-9D92-DC09-AEB0-5254A71B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73159-13D2-29A1-1C64-61350554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232B-25B5-8377-8C64-37DCDC81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604FB-F63D-C7A3-FE43-71BAF599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50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A880F-3F98-04FF-CCD3-EED2868C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C5369-5E2F-F678-FAA5-DBF5CDF9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A1D15-5414-172E-AE29-936B8C2BB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876D-CAAF-4B26-82EB-7172880B5C5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8F13D-6E90-68B8-84E6-EE94DADFC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19A4D-6AB7-79EC-9730-FFC4A890C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29F8A-0B92-4F9D-8AE3-EFF431394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7AE7-DB06-FC71-E6AA-B94034F302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3857A-CB89-A4E7-9763-E520256FF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603BF-AB60-6F0B-01ED-DBA346CD4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544285"/>
            <a:ext cx="10352315" cy="55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5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BE2EC-2870-5F38-A24B-316CF00AE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" y="195943"/>
            <a:ext cx="11604172" cy="635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7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F021C-83BB-8297-C120-577BEA6ED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97971"/>
            <a:ext cx="11756571" cy="658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4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EB945-F006-4362-3428-D490F6BB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11778343" cy="661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8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E4338-08C4-CE52-0E33-FE41A4E8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119743"/>
            <a:ext cx="11767457" cy="673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D78E9E-30BD-DB82-5579-BC89D9711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76199"/>
            <a:ext cx="11919857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9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9857F-929D-375F-C55B-3781A433C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76200"/>
            <a:ext cx="12050486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86346-7115-16A4-0569-1973F4A16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3286"/>
            <a:ext cx="12115800" cy="64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84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FA59DA-2D99-2A75-C463-857565628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8" y="108856"/>
            <a:ext cx="12006942" cy="674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7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B19D6-4233-4207-6BBC-ED2D9784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6" y="0"/>
            <a:ext cx="12083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9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40530-1039-82E1-878F-4FA7B094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157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2B92E-340C-3101-DAA5-9F6CCC96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-1"/>
            <a:ext cx="12104913" cy="674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14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61BC4-04CE-57B6-3A71-EFB501BE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76200"/>
            <a:ext cx="12083143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77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429C6-EC14-45A8-0481-88F118E4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086"/>
            <a:ext cx="12115800" cy="69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55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C1736-9D5D-BD0F-41C2-0544DC4B8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97971"/>
            <a:ext cx="12028714" cy="665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82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13961-6BD0-CF96-7232-921B051A6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86" y="-97972"/>
            <a:ext cx="12279085" cy="695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82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813794-5FE4-03BC-9C86-8109DA48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7970"/>
            <a:ext cx="12104914" cy="69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8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